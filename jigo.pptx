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88" r:id="rId5"/>
    <p:sldId id="282" r:id="rId6"/>
    <p:sldId id="289" r:id="rId7"/>
    <p:sldId id="290" r:id="rId8"/>
    <p:sldId id="291" r:id="rId9"/>
    <p:sldId id="281" r:id="rId10"/>
    <p:sldId id="292" r:id="rId11"/>
    <p:sldId id="293" r:id="rId12"/>
    <p:sldId id="294" r:id="rId13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B804DD-57B3-4AF0-BA2F-AEAB943425D5}" v="8" dt="2026-05-11T02:33:14.777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94" autoAdjust="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2" d="100"/>
          <a:sy n="92" d="100"/>
        </p:scale>
        <p:origin x="3732" y="3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MAMOTO, AKIHISA" userId="3613c0c5-7eba-43d4-b8c7-6fd55601dd4f" providerId="ADAL" clId="{37F54FFA-DC50-43FF-BBF7-3E87BE8D2A0F}"/>
    <pc:docChg chg="custSel addSld delSld modSld">
      <pc:chgData name="YAMAMOTO, AKIHISA" userId="3613c0c5-7eba-43d4-b8c7-6fd55601dd4f" providerId="ADAL" clId="{37F54FFA-DC50-43FF-BBF7-3E87BE8D2A0F}" dt="2026-06-03T01:37:02.443" v="430" actId="47"/>
      <pc:docMkLst>
        <pc:docMk/>
      </pc:docMkLst>
      <pc:sldChg chg="modSp mod">
        <pc:chgData name="YAMAMOTO, AKIHISA" userId="3613c0c5-7eba-43d4-b8c7-6fd55601dd4f" providerId="ADAL" clId="{37F54FFA-DC50-43FF-BBF7-3E87BE8D2A0F}" dt="2026-05-11T02:29:36.170" v="411" actId="1076"/>
        <pc:sldMkLst>
          <pc:docMk/>
          <pc:sldMk cId="3416226626" sldId="293"/>
        </pc:sldMkLst>
        <pc:spChg chg="mod">
          <ac:chgData name="YAMAMOTO, AKIHISA" userId="3613c0c5-7eba-43d4-b8c7-6fd55601dd4f" providerId="ADAL" clId="{37F54FFA-DC50-43FF-BBF7-3E87BE8D2A0F}" dt="2026-05-11T02:29:36.170" v="411" actId="1076"/>
          <ac:spMkLst>
            <pc:docMk/>
            <pc:sldMk cId="3416226626" sldId="293"/>
            <ac:spMk id="3" creationId="{372CAE88-4B1A-3D28-937D-E1F0558CB122}"/>
          </ac:spMkLst>
        </pc:spChg>
        <pc:picChg chg="mod">
          <ac:chgData name="YAMAMOTO, AKIHISA" userId="3613c0c5-7eba-43d4-b8c7-6fd55601dd4f" providerId="ADAL" clId="{37F54FFA-DC50-43FF-BBF7-3E87BE8D2A0F}" dt="2026-05-11T02:29:33.353" v="410" actId="1076"/>
          <ac:picMkLst>
            <pc:docMk/>
            <pc:sldMk cId="3416226626" sldId="293"/>
            <ac:picMk id="4" creationId="{A521ACDF-B65B-CEF6-7540-888FB33AA9D6}"/>
          </ac:picMkLst>
        </pc:picChg>
      </pc:sldChg>
      <pc:sldChg chg="addSp modSp mod">
        <pc:chgData name="YAMAMOTO, AKIHISA" userId="3613c0c5-7eba-43d4-b8c7-6fd55601dd4f" providerId="ADAL" clId="{37F54FFA-DC50-43FF-BBF7-3E87BE8D2A0F}" dt="2026-05-11T02:33:32.718" v="424" actId="1076"/>
        <pc:sldMkLst>
          <pc:docMk/>
          <pc:sldMk cId="775798059" sldId="294"/>
        </pc:sldMkLst>
        <pc:spChg chg="mod">
          <ac:chgData name="YAMAMOTO, AKIHISA" userId="3613c0c5-7eba-43d4-b8c7-6fd55601dd4f" providerId="ADAL" clId="{37F54FFA-DC50-43FF-BBF7-3E87BE8D2A0F}" dt="2026-05-11T02:27:19.192" v="375" actId="14100"/>
          <ac:spMkLst>
            <pc:docMk/>
            <pc:sldMk cId="775798059" sldId="294"/>
            <ac:spMk id="2" creationId="{434172E6-4B4B-423E-2B95-0D4F992DE39A}"/>
          </ac:spMkLst>
        </pc:spChg>
        <pc:spChg chg="mod">
          <ac:chgData name="YAMAMOTO, AKIHISA" userId="3613c0c5-7eba-43d4-b8c7-6fd55601dd4f" providerId="ADAL" clId="{37F54FFA-DC50-43FF-BBF7-3E87BE8D2A0F}" dt="2026-05-11T02:28:13.279" v="404" actId="27636"/>
          <ac:spMkLst>
            <pc:docMk/>
            <pc:sldMk cId="775798059" sldId="294"/>
            <ac:spMk id="3" creationId="{9AACDA43-D2F9-3989-2DE3-92BB71F2F78B}"/>
          </ac:spMkLst>
        </pc:spChg>
        <pc:picChg chg="add mod">
          <ac:chgData name="YAMAMOTO, AKIHISA" userId="3613c0c5-7eba-43d4-b8c7-6fd55601dd4f" providerId="ADAL" clId="{37F54FFA-DC50-43FF-BBF7-3E87BE8D2A0F}" dt="2026-05-11T02:33:32.718" v="424" actId="1076"/>
          <ac:picMkLst>
            <pc:docMk/>
            <pc:sldMk cId="775798059" sldId="294"/>
            <ac:picMk id="4" creationId="{93D2E0A3-7F92-2031-204B-DA3AF6C6379A}"/>
          </ac:picMkLst>
        </pc:picChg>
        <pc:picChg chg="add mod">
          <ac:chgData name="YAMAMOTO, AKIHISA" userId="3613c0c5-7eba-43d4-b8c7-6fd55601dd4f" providerId="ADAL" clId="{37F54FFA-DC50-43FF-BBF7-3E87BE8D2A0F}" dt="2026-05-11T02:31:47.022" v="417" actId="1076"/>
          <ac:picMkLst>
            <pc:docMk/>
            <pc:sldMk cId="775798059" sldId="294"/>
            <ac:picMk id="1026" creationId="{B31FF303-12E1-B0B4-0BA5-6F3934473341}"/>
          </ac:picMkLst>
        </pc:picChg>
      </pc:sldChg>
      <pc:sldChg chg="new del">
        <pc:chgData name="YAMAMOTO, AKIHISA" userId="3613c0c5-7eba-43d4-b8c7-6fd55601dd4f" providerId="ADAL" clId="{37F54FFA-DC50-43FF-BBF7-3E87BE8D2A0F}" dt="2026-06-03T01:37:00.691" v="428" actId="47"/>
        <pc:sldMkLst>
          <pc:docMk/>
          <pc:sldMk cId="712053932" sldId="295"/>
        </pc:sldMkLst>
      </pc:sldChg>
      <pc:sldChg chg="new del">
        <pc:chgData name="YAMAMOTO, AKIHISA" userId="3613c0c5-7eba-43d4-b8c7-6fd55601dd4f" providerId="ADAL" clId="{37F54FFA-DC50-43FF-BBF7-3E87BE8D2A0F}" dt="2026-06-03T01:37:01.685" v="429" actId="47"/>
        <pc:sldMkLst>
          <pc:docMk/>
          <pc:sldMk cId="3105230503" sldId="296"/>
        </pc:sldMkLst>
      </pc:sldChg>
      <pc:sldChg chg="new del">
        <pc:chgData name="YAMAMOTO, AKIHISA" userId="3613c0c5-7eba-43d4-b8c7-6fd55601dd4f" providerId="ADAL" clId="{37F54FFA-DC50-43FF-BBF7-3E87BE8D2A0F}" dt="2026-06-03T01:37:02.443" v="430" actId="47"/>
        <pc:sldMkLst>
          <pc:docMk/>
          <pc:sldMk cId="359680729" sldId="297"/>
        </pc:sldMkLst>
      </pc:sldChg>
    </pc:docChg>
  </pc:docChgLst>
  <pc:docChgLst>
    <pc:chgData name="YAMAMOTO, AKIHISA" userId="3613c0c5-7eba-43d4-b8c7-6fd55601dd4f" providerId="ADAL" clId="{242E4341-D8AD-4821-86C6-92DAE993CBC3}"/>
    <pc:docChg chg="addSld modSld sldOrd">
      <pc:chgData name="YAMAMOTO, AKIHISA" userId="3613c0c5-7eba-43d4-b8c7-6fd55601dd4f" providerId="ADAL" clId="{242E4341-D8AD-4821-86C6-92DAE993CBC3}" dt="2025-04-04T07:39:38.738" v="269" actId="1076"/>
      <pc:docMkLst>
        <pc:docMk/>
      </pc:docMkLst>
      <pc:sldChg chg="modSp">
        <pc:chgData name="YAMAMOTO, AKIHISA" userId="3613c0c5-7eba-43d4-b8c7-6fd55601dd4f" providerId="ADAL" clId="{242E4341-D8AD-4821-86C6-92DAE993CBC3}" dt="2025-04-01T02:48:08.849" v="236" actId="1076"/>
        <pc:sldMkLst>
          <pc:docMk/>
          <pc:sldMk cId="1667462095" sldId="282"/>
        </pc:sldMkLst>
      </pc:sldChg>
      <pc:sldChg chg="addSp delSp modSp mod">
        <pc:chgData name="YAMAMOTO, AKIHISA" userId="3613c0c5-7eba-43d4-b8c7-6fd55601dd4f" providerId="ADAL" clId="{242E4341-D8AD-4821-86C6-92DAE993CBC3}" dt="2025-04-04T07:39:38.738" v="269" actId="1076"/>
        <pc:sldMkLst>
          <pc:docMk/>
          <pc:sldMk cId="3416226626" sldId="293"/>
        </pc:sldMkLst>
      </pc:sldChg>
      <pc:sldChg chg="modSp new mod ord">
        <pc:chgData name="YAMAMOTO, AKIHISA" userId="3613c0c5-7eba-43d4-b8c7-6fd55601dd4f" providerId="ADAL" clId="{242E4341-D8AD-4821-86C6-92DAE993CBC3}" dt="2025-04-04T07:37:05.710" v="263"/>
        <pc:sldMkLst>
          <pc:docMk/>
          <pc:sldMk cId="775798059" sldId="294"/>
        </pc:sldMkLst>
      </pc:sldChg>
    </pc:docChg>
  </pc:docChgLst>
  <pc:docChgLst>
    <pc:chgData name="YAMAMOTO, AKIHISA" userId="3613c0c5-7eba-43d4-b8c7-6fd55601dd4f" providerId="ADAL" clId="{500BDA6F-3BA3-4BB1-8163-D1112B3ADA83}"/>
    <pc:docChg chg="undo custSel addSld delSld modSld">
      <pc:chgData name="YAMAMOTO, AKIHISA" userId="3613c0c5-7eba-43d4-b8c7-6fd55601dd4f" providerId="ADAL" clId="{500BDA6F-3BA3-4BB1-8163-D1112B3ADA83}" dt="2024-07-08T03:00:00.965" v="2570" actId="1076"/>
      <pc:docMkLst>
        <pc:docMk/>
      </pc:docMkLst>
      <pc:sldChg chg="del">
        <pc:chgData name="YAMAMOTO, AKIHISA" userId="3613c0c5-7eba-43d4-b8c7-6fd55601dd4f" providerId="ADAL" clId="{500BDA6F-3BA3-4BB1-8163-D1112B3ADA83}" dt="2024-07-08T00:55:25.978" v="1412" actId="2696"/>
        <pc:sldMkLst>
          <pc:docMk/>
          <pc:sldMk cId="3604630649" sldId="267"/>
        </pc:sldMkLst>
      </pc:sldChg>
      <pc:sldChg chg="del">
        <pc:chgData name="YAMAMOTO, AKIHISA" userId="3613c0c5-7eba-43d4-b8c7-6fd55601dd4f" providerId="ADAL" clId="{500BDA6F-3BA3-4BB1-8163-D1112B3ADA83}" dt="2024-07-08T00:55:18.372" v="1410" actId="2696"/>
        <pc:sldMkLst>
          <pc:docMk/>
          <pc:sldMk cId="1956697929" sldId="276"/>
        </pc:sldMkLst>
      </pc:sldChg>
      <pc:sldChg chg="del">
        <pc:chgData name="YAMAMOTO, AKIHISA" userId="3613c0c5-7eba-43d4-b8c7-6fd55601dd4f" providerId="ADAL" clId="{500BDA6F-3BA3-4BB1-8163-D1112B3ADA83}" dt="2024-07-08T00:55:20.896" v="1411" actId="2696"/>
        <pc:sldMkLst>
          <pc:docMk/>
          <pc:sldMk cId="1994246962" sldId="277"/>
        </pc:sldMkLst>
      </pc:sldChg>
      <pc:sldChg chg="del">
        <pc:chgData name="YAMAMOTO, AKIHISA" userId="3613c0c5-7eba-43d4-b8c7-6fd55601dd4f" providerId="ADAL" clId="{500BDA6F-3BA3-4BB1-8163-D1112B3ADA83}" dt="2024-07-08T00:55:40.482" v="1413" actId="2696"/>
        <pc:sldMkLst>
          <pc:docMk/>
          <pc:sldMk cId="611567175" sldId="278"/>
        </pc:sldMkLst>
      </pc:sldChg>
      <pc:sldChg chg="addSp delSp modSp mod">
        <pc:chgData name="YAMAMOTO, AKIHISA" userId="3613c0c5-7eba-43d4-b8c7-6fd55601dd4f" providerId="ADAL" clId="{500BDA6F-3BA3-4BB1-8163-D1112B3ADA83}" dt="2024-07-08T00:54:03.731" v="1407" actId="20577"/>
        <pc:sldMkLst>
          <pc:docMk/>
          <pc:sldMk cId="1420595414" sldId="281"/>
        </pc:sldMkLst>
      </pc:sldChg>
      <pc:sldChg chg="addSp delSp modSp mod">
        <pc:chgData name="YAMAMOTO, AKIHISA" userId="3613c0c5-7eba-43d4-b8c7-6fd55601dd4f" providerId="ADAL" clId="{500BDA6F-3BA3-4BB1-8163-D1112B3ADA83}" dt="2024-07-08T03:00:00.965" v="2570" actId="1076"/>
        <pc:sldMkLst>
          <pc:docMk/>
          <pc:sldMk cId="1667462095" sldId="282"/>
        </pc:sldMkLst>
      </pc:sldChg>
      <pc:sldChg chg="del">
        <pc:chgData name="YAMAMOTO, AKIHISA" userId="3613c0c5-7eba-43d4-b8c7-6fd55601dd4f" providerId="ADAL" clId="{500BDA6F-3BA3-4BB1-8163-D1112B3ADA83}" dt="2024-07-08T00:55:11.705" v="1408" actId="2696"/>
        <pc:sldMkLst>
          <pc:docMk/>
          <pc:sldMk cId="3054086706" sldId="283"/>
        </pc:sldMkLst>
      </pc:sldChg>
      <pc:sldChg chg="del">
        <pc:chgData name="YAMAMOTO, AKIHISA" userId="3613c0c5-7eba-43d4-b8c7-6fd55601dd4f" providerId="ADAL" clId="{500BDA6F-3BA3-4BB1-8163-D1112B3ADA83}" dt="2024-07-08T00:55:15.045" v="1409" actId="2696"/>
        <pc:sldMkLst>
          <pc:docMk/>
          <pc:sldMk cId="2191925619" sldId="284"/>
        </pc:sldMkLst>
      </pc:sldChg>
      <pc:sldChg chg="del">
        <pc:chgData name="YAMAMOTO, AKIHISA" userId="3613c0c5-7eba-43d4-b8c7-6fd55601dd4f" providerId="ADAL" clId="{500BDA6F-3BA3-4BB1-8163-D1112B3ADA83}" dt="2024-07-08T00:34:26.666" v="713" actId="2696"/>
        <pc:sldMkLst>
          <pc:docMk/>
          <pc:sldMk cId="2032268054" sldId="287"/>
        </pc:sldMkLst>
      </pc:sldChg>
      <pc:sldChg chg="addSp delSp modSp add del mod">
        <pc:chgData name="YAMAMOTO, AKIHISA" userId="3613c0c5-7eba-43d4-b8c7-6fd55601dd4f" providerId="ADAL" clId="{500BDA6F-3BA3-4BB1-8163-D1112B3ADA83}" dt="2024-07-08T02:22:50.593" v="2250" actId="1076"/>
        <pc:sldMkLst>
          <pc:docMk/>
          <pc:sldMk cId="235935088" sldId="289"/>
        </pc:sldMkLst>
      </pc:sldChg>
      <pc:sldChg chg="addSp delSp modSp new mod">
        <pc:chgData name="YAMAMOTO, AKIHISA" userId="3613c0c5-7eba-43d4-b8c7-6fd55601dd4f" providerId="ADAL" clId="{500BDA6F-3BA3-4BB1-8163-D1112B3ADA83}" dt="2024-07-08T02:39:42.539" v="2303" actId="1076"/>
        <pc:sldMkLst>
          <pc:docMk/>
          <pc:sldMk cId="2366779793" sldId="290"/>
        </pc:sldMkLst>
      </pc:sldChg>
      <pc:sldChg chg="addSp modSp new mod">
        <pc:chgData name="YAMAMOTO, AKIHISA" userId="3613c0c5-7eba-43d4-b8c7-6fd55601dd4f" providerId="ADAL" clId="{500BDA6F-3BA3-4BB1-8163-D1112B3ADA83}" dt="2024-07-08T02:42:18.424" v="2314" actId="1076"/>
        <pc:sldMkLst>
          <pc:docMk/>
          <pc:sldMk cId="1969011533" sldId="291"/>
        </pc:sldMkLst>
      </pc:sldChg>
      <pc:sldChg chg="delSp modSp new mod">
        <pc:chgData name="YAMAMOTO, AKIHISA" userId="3613c0c5-7eba-43d4-b8c7-6fd55601dd4f" providerId="ADAL" clId="{500BDA6F-3BA3-4BB1-8163-D1112B3ADA83}" dt="2024-07-08T01:12:09.818" v="2070" actId="20577"/>
        <pc:sldMkLst>
          <pc:docMk/>
          <pc:sldMk cId="2248467077" sldId="292"/>
        </pc:sldMkLst>
      </pc:sldChg>
      <pc:sldChg chg="addSp delSp modSp new mod">
        <pc:chgData name="YAMAMOTO, AKIHISA" userId="3613c0c5-7eba-43d4-b8c7-6fd55601dd4f" providerId="ADAL" clId="{500BDA6F-3BA3-4BB1-8163-D1112B3ADA83}" dt="2024-07-08T02:50:05.187" v="2525" actId="1076"/>
        <pc:sldMkLst>
          <pc:docMk/>
          <pc:sldMk cId="3416226626" sldId="29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33FDDF98-60CF-4C60-A877-EA7D7DF67793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2026/6/3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EF757874-EF65-4B61-B062-40C932C81294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739178C6-0FD6-430E-9B41-9AAC553EE7FA}" type="datetime1">
              <a:rPr lang="ja-JP" altLang="en-US" smtClean="0">
                <a:ea typeface="Meiryo UI" panose="020B0604030504040204" pitchFamily="50" charset="-128"/>
              </a:rPr>
              <a:t>2026/6/3</a:t>
            </a:fld>
            <a:endParaRPr dirty="0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 noProof="0" dirty="0"/>
              <a:t>クリックしてマスター テキストのスタイルを編集</a:t>
            </a:r>
          </a:p>
          <a:p>
            <a:pPr lvl="1" rtl="0"/>
            <a:r>
              <a:rPr lang="ja-JP" noProof="0" dirty="0"/>
              <a:t>第 2 レベル</a:t>
            </a:r>
          </a:p>
          <a:p>
            <a:pPr lvl="2" rtl="0"/>
            <a:r>
              <a:rPr lang="ja-JP" noProof="0" dirty="0"/>
              <a:t>第 3 レベル</a:t>
            </a:r>
          </a:p>
          <a:p>
            <a:pPr lvl="3" rtl="0"/>
            <a:r>
              <a:rPr lang="ja-JP" noProof="0" dirty="0"/>
              <a:t>第 4 レベル</a:t>
            </a:r>
          </a:p>
          <a:p>
            <a:pPr lvl="4" rtl="0"/>
            <a:r>
              <a:rPr lang="ja-JP" noProof="0" dirty="0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937E2AA-278D-0B48-A5DE-00B1FC5BDAF9}" type="slidenum">
              <a:rPr lang="en-US" altLang="ja-JP" smtClean="0"/>
              <a:pPr/>
              <a:t>‹#›</a:t>
            </a:fld>
            <a:endParaRPr lang="en-US" altLang="en-US" dirty="0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818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031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9163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プレースホルダー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長方形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ja-JP" sz="4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rtlCol="0" anchor="t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279984D-75BE-42DC-A690-89EB5F6B0EE7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タイトル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rtlCol="0" anchor="ctr">
            <a:noAutofit/>
          </a:bodyPr>
          <a:lstStyle>
            <a:lvl1pPr algn="ctr">
              <a:defRPr lang="ja-JP" sz="4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 rtlCol="0"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ja-JP"/>
            </a:pPr>
            <a:r>
              <a:rPr lang="ja-JP" altLang="en-US" noProof="0" dirty="0"/>
              <a:t>アイコンをクリックして画像を追加</a:t>
            </a:r>
          </a:p>
          <a:p>
            <a:pPr rtl="0"/>
            <a:endParaRPr lang="ja-JP" altLang="en-US" noProof="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3D48378-729E-420C-87BB-BB542F28D82A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サブタイトル + 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長方形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rtlCol="0" anchor="b">
            <a:noAutofit/>
          </a:bodyPr>
          <a:lstStyle>
            <a:lvl1pPr algn="l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 rtlCol="0">
            <a:noAutofit/>
          </a:bodyPr>
          <a:lstStyle>
            <a:lvl1pPr marL="0" indent="0" algn="l">
              <a:buNone/>
              <a:defRPr lang="ja-JP"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sp>
        <p:nvSpPr>
          <p:cNvPr id="7" name="図プレースホルダー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29545" y="1148037"/>
            <a:ext cx="4365199" cy="4546707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F75D4A0-9F54-47CA-9171-DCDE176FB6C9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長方形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rtlCol="0" anchor="b" anchorCtr="0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43E5E79-B898-4629-B7A0-A266002FA2C3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+ 画像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プレースホルダー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タイトル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ja-JP" sz="4400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rtlCol="0" anchor="b" anchorCtr="0">
            <a:no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 rtlCol="0"/>
          <a:lstStyle>
            <a:lvl1pPr marL="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/>
            </a:lvl2pPr>
            <a:lvl3pPr marL="914400" indent="0">
              <a:buNone/>
              <a:defRPr lang="ja-JP"/>
            </a:lvl3pPr>
            <a:lvl4pPr marL="1371600" indent="0">
              <a:buNone/>
              <a:defRPr lang="ja-JP"/>
            </a:lvl4pPr>
            <a:lvl5pPr marL="1828800" indent="0">
              <a:buNone/>
              <a:defRPr lang="ja-JP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D8894BA-A847-4C21-9496-F84E12B7BB92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長方形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rtlCol="0" anchor="b" anchorCtr="0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4D8F2BA-B2B3-4E4C-A99B-7BB804DE8FBE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長方形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rtlCol="0" anchor="b" anchorCtr="0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2965935-D913-4BF3-96A7-58498A8E69E7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長方形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rtlCol="0" anchor="b">
            <a:noAutofit/>
          </a:bodyPr>
          <a:lstStyle>
            <a:lvl1pPr algn="l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 rtlCol="0">
            <a:noAutofit/>
          </a:bodyPr>
          <a:lstStyle>
            <a:lvl1pPr marL="0" indent="0" algn="l">
              <a:spcAft>
                <a:spcPts val="10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08563" y="1146638"/>
            <a:ext cx="4389120" cy="4572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41B17D3-20DC-443D-B29C-583A064F17BF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+ 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プレースホルダー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rtlCol="0" anchor="ctr" anchorCtr="0">
            <a:noAutofit/>
          </a:bodyPr>
          <a:lstStyle>
            <a:lvl1pPr>
              <a:defRPr lang="ja-JP" sz="3600"/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502552" y="1779325"/>
            <a:ext cx="6724891" cy="429768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noProof="0" dirty="0"/>
              <a:t>アイコンをクリックして表を追加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1366E70F-A084-49A4-947E-953A861EE496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BD12358-51D2-46B3-9BDE-DF29528B9454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長方形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rtlCol="0" anchor="b" anchorCtr="0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1A6B555-7FFD-477F-81F7-FC44F316426C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プレースホルダー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rtlCol="0" anchor="b" anchorCtr="0">
            <a:no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779325"/>
            <a:ext cx="10361676" cy="4297680"/>
          </a:xfrm>
        </p:spPr>
        <p:txBody>
          <a:bodyPr rtlCol="0"/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アイコンをクリックして表を追加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F29132E-16A4-4832-91AF-A281A42041B9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長方形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rtlCol="0" anchor="b">
            <a:noAutofit/>
          </a:bodyPr>
          <a:lstStyle>
            <a:lvl1pPr algn="ctr"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/>
            </a:lvl2pPr>
            <a:lvl3pPr marL="914400" indent="0" algn="ctr">
              <a:buNone/>
              <a:defRPr lang="ja-JP"/>
            </a:lvl3pPr>
            <a:lvl4pPr marL="1371600" indent="0" algn="ctr">
              <a:buNone/>
              <a:defRPr lang="ja-JP"/>
            </a:lvl4pPr>
            <a:lvl5pPr marL="1828800" indent="0" algn="ctr">
              <a:buNone/>
              <a:defRPr lang="ja-JP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F48A8C7-4599-4859-A663-3705C184E3E2}" type="datetime1">
              <a:rPr lang="ja-JP" altLang="en-US" noProof="0" smtClean="0"/>
              <a:t>2026/6/3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7" name="Alliance_Labeling">
            <a:extLst>
              <a:ext uri="{FF2B5EF4-FFF2-40B4-BE49-F238E27FC236}">
                <a16:creationId xmlns:a16="http://schemas.microsoft.com/office/drawing/2014/main" id="{BF5C6986-458D-6CE6-3CBD-897ED50EB7FA}"/>
              </a:ext>
            </a:extLst>
          </p:cNvPr>
          <p:cNvSpPr txBox="1"/>
          <p:nvPr userDrawn="1"/>
        </p:nvSpPr>
        <p:spPr>
          <a:xfrm>
            <a:off x="10204417" y="6555209"/>
            <a:ext cx="1200183" cy="226591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0000"/>
            </a:solidFill>
          </a:ln>
        </p:spPr>
        <p:txBody>
          <a:bodyPr vert="horz" wrap="none" lIns="72000" tIns="36000" rIns="72000" bIns="3600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kumimoji="1" lang="en-US" altLang="ja-JP" sz="1000" b="0">
                <a:solidFill>
                  <a:srgbClr val="000000"/>
                </a:solidFill>
                <a:latin typeface="Verdana" panose="020B0604030504040204" pitchFamily="34" charset="0"/>
              </a:rPr>
              <a:t>Alliance Internal</a:t>
            </a:r>
            <a:endParaRPr kumimoji="1" lang="ja-JP" altLang="en-US" sz="1000" b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ja-JP" sz="4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lang="ja-JP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6.jpe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  <a:noFill/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 altLang="en-US" dirty="0"/>
              <a:t>自己紹介</a:t>
            </a:r>
            <a:br>
              <a:rPr lang="en-US" altLang="ja-JP" dirty="0"/>
            </a:br>
            <a:br>
              <a:rPr lang="en-US" altLang="ja-JP" dirty="0"/>
            </a:br>
            <a:r>
              <a:rPr lang="ja-JP" altLang="en-US" dirty="0"/>
              <a:t>山本　明久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573883"/>
          </a:xfrm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経歴１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616075" y="1618735"/>
            <a:ext cx="8959850" cy="4180403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dirty="0"/>
              <a:t>・ 中国生まれ、</a:t>
            </a:r>
            <a:r>
              <a:rPr lang="en-US" altLang="ja-JP" dirty="0"/>
              <a:t>15</a:t>
            </a:r>
            <a:r>
              <a:rPr lang="ja-JP" altLang="en-US" dirty="0"/>
              <a:t>歳に帰国</a:t>
            </a:r>
            <a:endParaRPr lang="en-US" altLang="ja-JP" dirty="0"/>
          </a:p>
          <a:p>
            <a:pPr rtl="0"/>
            <a:r>
              <a:rPr lang="ja-JP" altLang="en-US" dirty="0"/>
              <a:t>・ 千葉工業高校 電子機械科卒</a:t>
            </a:r>
            <a:endParaRPr lang="en-US" altLang="ja-JP" dirty="0"/>
          </a:p>
          <a:p>
            <a:pPr rtl="0"/>
            <a:r>
              <a:rPr lang="ja-JP" altLang="en-US" dirty="0"/>
              <a:t>・　橋梁製作会社に就職</a:t>
            </a:r>
            <a:endParaRPr lang="en-US" altLang="ja-JP" dirty="0"/>
          </a:p>
          <a:p>
            <a:pPr rtl="0"/>
            <a:r>
              <a:rPr lang="ja-JP" altLang="en-US" dirty="0"/>
              <a:t> </a:t>
            </a:r>
            <a:endParaRPr lang="en-US" altLang="ja-JP" dirty="0"/>
          </a:p>
          <a:p>
            <a:pPr rtl="0"/>
            <a:r>
              <a:rPr lang="ja-JP" altLang="en-US" dirty="0"/>
              <a:t>・ 千葉工業大学 工学部　情報工学科卒</a:t>
            </a:r>
            <a:endParaRPr lang="en-US" altLang="ja-JP" dirty="0"/>
          </a:p>
          <a:p>
            <a:pPr rtl="0"/>
            <a:r>
              <a:rPr lang="ja-JP" altLang="en-US" dirty="0"/>
              <a:t>・ 北陸先端科学技術大学院大学 知識科学研究科　修士卒</a:t>
            </a:r>
            <a:endParaRPr lang="en-US" altLang="ja-JP" dirty="0"/>
          </a:p>
          <a:p>
            <a:pPr rtl="0"/>
            <a:r>
              <a:rPr lang="ja-JP" altLang="en-US" dirty="0"/>
              <a:t>・ デジタルカメラ付随ソフトウェア開発、自動テスト、組み込みソフト開発</a:t>
            </a:r>
            <a:endParaRPr lang="en-US" altLang="ja-JP" dirty="0"/>
          </a:p>
          <a:p>
            <a:pPr rtl="0"/>
            <a:r>
              <a:rPr lang="ja-JP" altLang="en-US" dirty="0"/>
              <a:t>・ 研究員補助 </a:t>
            </a:r>
            <a:r>
              <a:rPr lang="en-US" altLang="ja-JP" dirty="0"/>
              <a:t>IoT</a:t>
            </a:r>
            <a:r>
              <a:rPr lang="ja-JP" altLang="en-US" dirty="0"/>
              <a:t>開発（ロボットアーム、距離センサー、画像処理、エッジ検出、機械学習）</a:t>
            </a:r>
            <a:endParaRPr lang="ja-JP" dirty="0"/>
          </a:p>
        </p:txBody>
      </p:sp>
      <p:pic>
        <p:nvPicPr>
          <p:cNvPr id="7" name="グラフィックス 6" descr="カメラ 枠線">
            <a:extLst>
              <a:ext uri="{FF2B5EF4-FFF2-40B4-BE49-F238E27FC236}">
                <a16:creationId xmlns:a16="http://schemas.microsoft.com/office/drawing/2014/main" id="{AF34E5B9-3976-47C8-0206-FB2D8C093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9324" y="4504037"/>
            <a:ext cx="589005" cy="589005"/>
          </a:xfrm>
          <a:prstGeom prst="rect">
            <a:avLst/>
          </a:prstGeom>
        </p:spPr>
      </p:pic>
      <p:pic>
        <p:nvPicPr>
          <p:cNvPr id="9" name="グラフィックス 8" descr="ロボット ハンド 単色塗りつぶし">
            <a:extLst>
              <a:ext uri="{FF2B5EF4-FFF2-40B4-BE49-F238E27FC236}">
                <a16:creationId xmlns:a16="http://schemas.microsoft.com/office/drawing/2014/main" id="{8981CED1-1C98-3DEE-59A6-B4E48B0CDA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61719" y="5370881"/>
            <a:ext cx="691077" cy="691077"/>
          </a:xfrm>
          <a:prstGeom prst="rect">
            <a:avLst/>
          </a:prstGeom>
        </p:spPr>
      </p:pic>
      <p:pic>
        <p:nvPicPr>
          <p:cNvPr id="5122" name="Picture 2" descr="明石海峡大橋 | 観光スポット | 【公式】兵庫県観光サイト HYOGO!ナビ | 知っておきたい観光情報が盛りだくさん！">
            <a:extLst>
              <a:ext uri="{FF2B5EF4-FFF2-40B4-BE49-F238E27FC236}">
                <a16:creationId xmlns:a16="http://schemas.microsoft.com/office/drawing/2014/main" id="{E05FD64E-E6A6-7EE2-8F4E-FB09F684D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260" y="1882275"/>
            <a:ext cx="2170048" cy="1446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データサイエンスのためのPython入門28〜OpenCVによる画像の読み込みと色空間の変換，表示〜">
            <a:extLst>
              <a:ext uri="{FF2B5EF4-FFF2-40B4-BE49-F238E27FC236}">
                <a16:creationId xmlns:a16="http://schemas.microsoft.com/office/drawing/2014/main" id="{5D29378F-B1BD-6F9A-D3D8-904FD8D01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291" y="5458855"/>
            <a:ext cx="1284201" cy="51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OpenCVのCascadeClassifierクラスを使った顔検出 画像処理｜OpenCV オープンソースのすすめ｜株式会社アルゴ">
            <a:extLst>
              <a:ext uri="{FF2B5EF4-FFF2-40B4-BE49-F238E27FC236}">
                <a16:creationId xmlns:a16="http://schemas.microsoft.com/office/drawing/2014/main" id="{D0CDBD59-BE3D-C419-E878-67070282F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826" y="1797909"/>
            <a:ext cx="2376617" cy="233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46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361D35-B973-E4F7-814B-82E7CC295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527102"/>
          </a:xfrm>
        </p:spPr>
        <p:txBody>
          <a:bodyPr/>
          <a:lstStyle/>
          <a:p>
            <a:r>
              <a:rPr kumimoji="1" lang="ja-JP" altLang="en-US" dirty="0"/>
              <a:t>経歴２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E3F3B1-AD9F-A125-546B-70111720B33A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616597" y="1522527"/>
            <a:ext cx="8958804" cy="3541853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・ クレジットカード エクセル、</a:t>
            </a:r>
            <a:r>
              <a:rPr kumimoji="1" lang="en-US" altLang="ja-JP" dirty="0"/>
              <a:t>Access</a:t>
            </a:r>
            <a:r>
              <a:rPr kumimoji="1" lang="ja-JP" altLang="en-US" dirty="0"/>
              <a:t>の業務ツール開発</a:t>
            </a:r>
            <a:endParaRPr kumimoji="1" lang="en-US" altLang="ja-JP" dirty="0"/>
          </a:p>
          <a:p>
            <a:r>
              <a:rPr lang="ja-JP" altLang="en-US" dirty="0"/>
              <a:t>・ </a:t>
            </a:r>
            <a:r>
              <a:rPr lang="en-US" altLang="ja-JP" dirty="0"/>
              <a:t>IoT</a:t>
            </a:r>
            <a:r>
              <a:rPr lang="ja-JP" altLang="en-US" dirty="0"/>
              <a:t>（センサー情報を</a:t>
            </a:r>
            <a:r>
              <a:rPr lang="en-US" altLang="ja-JP" dirty="0"/>
              <a:t>AWS</a:t>
            </a:r>
            <a:r>
              <a:rPr lang="ja-JP" altLang="en-US" dirty="0"/>
              <a:t>へ転送、グラフ化）</a:t>
            </a:r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・ 蓄電池システム開発（天候と連動し、</a:t>
            </a:r>
            <a:r>
              <a:rPr lang="ja-JP" altLang="en-US" dirty="0"/>
              <a:t>蓄電池の充電量をコントロールする）（</a:t>
            </a:r>
            <a:r>
              <a:rPr lang="en-US" altLang="ja-JP" dirty="0"/>
              <a:t>GCP</a:t>
            </a:r>
            <a:r>
              <a:rPr lang="ja-JP" altLang="en-US" dirty="0"/>
              <a:t>）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・ 車の部品のレザー加工速度の</a:t>
            </a:r>
            <a:r>
              <a:rPr lang="en-US" altLang="ja-JP" dirty="0"/>
              <a:t>AI</a:t>
            </a:r>
            <a:r>
              <a:rPr lang="ja-JP" altLang="en-US" dirty="0"/>
              <a:t>開発（</a:t>
            </a:r>
            <a:r>
              <a:rPr kumimoji="1" lang="ja-JP" altLang="en-US" dirty="0"/>
              <a:t>機械学習）</a:t>
            </a:r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</p:txBody>
      </p:sp>
      <p:pic>
        <p:nvPicPr>
          <p:cNvPr id="1026" name="Picture 2" descr="Node-RED - Wikipedia">
            <a:extLst>
              <a:ext uri="{FF2B5EF4-FFF2-40B4-BE49-F238E27FC236}">
                <a16:creationId xmlns:a16="http://schemas.microsoft.com/office/drawing/2014/main" id="{4CA85B71-FEB9-745E-CDC1-560ADAC7D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607" y="2480618"/>
            <a:ext cx="673443" cy="67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stalando Kibana | ブログBujarra.com">
            <a:extLst>
              <a:ext uri="{FF2B5EF4-FFF2-40B4-BE49-F238E27FC236}">
                <a16:creationId xmlns:a16="http://schemas.microsoft.com/office/drawing/2014/main" id="{447F555B-DD5B-BA21-359E-0DB7C8DB4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124" y="2480618"/>
            <a:ext cx="1071864" cy="67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igQueryとは｜導入するメリット・活用事例・注意点 - 株式会社マクロセンド">
            <a:extLst>
              <a:ext uri="{FF2B5EF4-FFF2-40B4-BE49-F238E27FC236}">
                <a16:creationId xmlns:a16="http://schemas.microsoft.com/office/drawing/2014/main" id="{504F15B1-9B32-E8A6-02D3-BBB8D55B4B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423" y="3896177"/>
            <a:ext cx="792762" cy="527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pache Airflow is Pretty Sweet. Airflow is a tool gaining a lot of… | by  Lee Gaines | Medium">
            <a:extLst>
              <a:ext uri="{FF2B5EF4-FFF2-40B4-BE49-F238E27FC236}">
                <a16:creationId xmlns:a16="http://schemas.microsoft.com/office/drawing/2014/main" id="{91458582-1529-2591-1166-5AC641519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027" y="3864000"/>
            <a:ext cx="1723577" cy="496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ython - How to force decision trees to use just integer numbers while  evaluating - Stack Overflow">
            <a:extLst>
              <a:ext uri="{FF2B5EF4-FFF2-40B4-BE49-F238E27FC236}">
                <a16:creationId xmlns:a16="http://schemas.microsoft.com/office/drawing/2014/main" id="{4815534F-0CD5-DCFA-B9DE-37C2CF2D3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167" y="4884537"/>
            <a:ext cx="2106821" cy="106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Microsoft Access（マイクロソフト・アクセス）とは - 意味をわかりやすく - IT用語辞典 e-Words">
            <a:extLst>
              <a:ext uri="{FF2B5EF4-FFF2-40B4-BE49-F238E27FC236}">
                <a16:creationId xmlns:a16="http://schemas.microsoft.com/office/drawing/2014/main" id="{7B35D00B-74C3-21FD-F41A-6F9E6782B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273" y="1472549"/>
            <a:ext cx="596214" cy="447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935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09E500-A84A-EF3A-572F-507F1A43D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9" y="983068"/>
            <a:ext cx="8958805" cy="610953"/>
          </a:xfrm>
        </p:spPr>
        <p:txBody>
          <a:bodyPr/>
          <a:lstStyle/>
          <a:p>
            <a:r>
              <a:rPr kumimoji="1" lang="ja-JP" altLang="en-US" dirty="0"/>
              <a:t>経歴</a:t>
            </a:r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4A1930-AB78-59A4-101C-C5D63108E42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616599" y="1655805"/>
            <a:ext cx="8958804" cy="4143109"/>
          </a:xfrm>
        </p:spPr>
        <p:txBody>
          <a:bodyPr/>
          <a:lstStyle/>
          <a:p>
            <a:r>
              <a:rPr lang="ja-JP" altLang="en-US" dirty="0"/>
              <a:t>・ 小売り業界 在庫管理システムの改修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・ 商社 社内システム保守業務（データ移行、システム入れ替え、障害管理）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・ 経営情報データの可視化（</a:t>
            </a:r>
            <a:r>
              <a:rPr lang="en-US" altLang="ja-JP" dirty="0"/>
              <a:t>AWS</a:t>
            </a:r>
            <a:r>
              <a:rPr lang="ja-JP" altLang="en-US" dirty="0"/>
              <a:t>）</a:t>
            </a:r>
            <a:endParaRPr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・ 自動搬送装置による荷物の搬入搬出シミュレータ開発（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）</a:t>
            </a:r>
          </a:p>
        </p:txBody>
      </p:sp>
      <p:pic>
        <p:nvPicPr>
          <p:cNvPr id="5" name="グラフィックス 4" descr="フォーマルなシャツ 枠線">
            <a:extLst>
              <a:ext uri="{FF2B5EF4-FFF2-40B4-BE49-F238E27FC236}">
                <a16:creationId xmlns:a16="http://schemas.microsoft.com/office/drawing/2014/main" id="{396F36E4-B184-77B2-97B4-BB4EA8EC9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0627" y="2001794"/>
            <a:ext cx="595184" cy="595184"/>
          </a:xfrm>
          <a:prstGeom prst="rect">
            <a:avLst/>
          </a:prstGeom>
        </p:spPr>
      </p:pic>
      <p:pic>
        <p:nvPicPr>
          <p:cNvPr id="7" name="グラフィックス 6" descr="コンピューター 単色塗りつぶし">
            <a:extLst>
              <a:ext uri="{FF2B5EF4-FFF2-40B4-BE49-F238E27FC236}">
                <a16:creationId xmlns:a16="http://schemas.microsoft.com/office/drawing/2014/main" id="{31B88304-B59C-269E-9AD7-48725D3CD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90467" y="2942967"/>
            <a:ext cx="675503" cy="675503"/>
          </a:xfrm>
          <a:prstGeom prst="rect">
            <a:avLst/>
          </a:prstGeom>
        </p:spPr>
      </p:pic>
      <p:pic>
        <p:nvPicPr>
          <p:cNvPr id="9" name="グラフィックス 8" descr="コピー機 枠線">
            <a:extLst>
              <a:ext uri="{FF2B5EF4-FFF2-40B4-BE49-F238E27FC236}">
                <a16:creationId xmlns:a16="http://schemas.microsoft.com/office/drawing/2014/main" id="{0311CED9-D579-3CFD-A474-193D22454D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1459" y="2942967"/>
            <a:ext cx="675503" cy="675503"/>
          </a:xfrm>
          <a:prstGeom prst="rect">
            <a:avLst/>
          </a:prstGeom>
        </p:spPr>
      </p:pic>
      <p:pic>
        <p:nvPicPr>
          <p:cNvPr id="11" name="グラフィックス 10" descr="オフィス ワーカー (男性) 枠線">
            <a:extLst>
              <a:ext uri="{FF2B5EF4-FFF2-40B4-BE49-F238E27FC236}">
                <a16:creationId xmlns:a16="http://schemas.microsoft.com/office/drawing/2014/main" id="{9F23A953-1DC4-50D9-55EB-2421C9DA33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52451" y="3039762"/>
            <a:ext cx="512805" cy="512805"/>
          </a:xfrm>
          <a:prstGeom prst="rect">
            <a:avLst/>
          </a:prstGeom>
        </p:spPr>
      </p:pic>
      <p:pic>
        <p:nvPicPr>
          <p:cNvPr id="13" name="グラフィックス 12" descr="棒グラフ 枠線">
            <a:extLst>
              <a:ext uri="{FF2B5EF4-FFF2-40B4-BE49-F238E27FC236}">
                <a16:creationId xmlns:a16="http://schemas.microsoft.com/office/drawing/2014/main" id="{B1259EA6-2C9A-BDD7-2F5B-727F52F2022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889553" y="3958281"/>
            <a:ext cx="776417" cy="776417"/>
          </a:xfrm>
          <a:prstGeom prst="rect">
            <a:avLst/>
          </a:prstGeom>
        </p:spPr>
      </p:pic>
      <p:pic>
        <p:nvPicPr>
          <p:cNvPr id="2054" name="Picture 6" descr="Exploring the Fundamentals of Node.js">
            <a:extLst>
              <a:ext uri="{FF2B5EF4-FFF2-40B4-BE49-F238E27FC236}">
                <a16:creationId xmlns:a16="http://schemas.microsoft.com/office/drawing/2014/main" id="{35C47E81-5840-5E41-0212-A8D507E4A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8388" y="4051471"/>
            <a:ext cx="1053634" cy="590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WS Lambda とは何か">
            <a:extLst>
              <a:ext uri="{FF2B5EF4-FFF2-40B4-BE49-F238E27FC236}">
                <a16:creationId xmlns:a16="http://schemas.microsoft.com/office/drawing/2014/main" id="{EE446930-E817-6538-E06C-3E84E4473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5256" y="4051471"/>
            <a:ext cx="998470" cy="55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uilding and Managing a Multi-Region AWS Aurora Cluster with Failover Setup  using Terraform | Blue Sentry Cloud さん">
            <a:extLst>
              <a:ext uri="{FF2B5EF4-FFF2-40B4-BE49-F238E27FC236}">
                <a16:creationId xmlns:a16="http://schemas.microsoft.com/office/drawing/2014/main" id="{1224B778-332C-2ADA-C4AB-5BF5CCCCC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768" y="4039116"/>
            <a:ext cx="905286" cy="602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Building an Interactive Command Execution App with Tkinter and AWS SNS  Integration さん">
            <a:extLst>
              <a:ext uri="{FF2B5EF4-FFF2-40B4-BE49-F238E27FC236}">
                <a16:creationId xmlns:a16="http://schemas.microsoft.com/office/drawing/2014/main" id="{459237D4-C6A8-F1D6-6A9B-66B729C6E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961" y="5048198"/>
            <a:ext cx="2017113" cy="8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677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2D9EAC-F908-1B85-DACF-611B26D7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個人開発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38AE86-04AC-260B-3FAE-0CA0B648A0BC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ja-JP" dirty="0" err="1"/>
              <a:t>RaspberryPi</a:t>
            </a:r>
            <a:r>
              <a:rPr kumimoji="1" lang="ja-JP" altLang="en-US" dirty="0"/>
              <a:t>＋</a:t>
            </a:r>
            <a:r>
              <a:rPr kumimoji="1" lang="en-US" altLang="ja-JP" dirty="0"/>
              <a:t>3D</a:t>
            </a:r>
            <a:r>
              <a:rPr kumimoji="1" lang="ja-JP" altLang="en-US" dirty="0"/>
              <a:t>プリンターを使って以下を開発または構造を練る </a:t>
            </a:r>
            <a:endParaRPr kumimoji="1" lang="en-US" altLang="ja-JP" dirty="0"/>
          </a:p>
          <a:p>
            <a:r>
              <a:rPr lang="ja-JP" altLang="en-US" dirty="0"/>
              <a:t>・　</a:t>
            </a:r>
            <a:r>
              <a:rPr kumimoji="1" lang="ja-JP" altLang="en-US" dirty="0"/>
              <a:t>タイムラプスによる自動撮影装置</a:t>
            </a:r>
            <a:endParaRPr kumimoji="1" lang="en-US" altLang="ja-JP" dirty="0"/>
          </a:p>
          <a:p>
            <a:r>
              <a:rPr lang="ja-JP" altLang="en-US" dirty="0"/>
              <a:t>・  カーテン自動開閉システム開発</a:t>
            </a:r>
            <a:endParaRPr lang="en-US" altLang="ja-JP" dirty="0"/>
          </a:p>
          <a:p>
            <a:r>
              <a:rPr kumimoji="1" lang="ja-JP" altLang="en-US" dirty="0"/>
              <a:t>・  カメラ、距離センサー付きラジコンの開発</a:t>
            </a:r>
            <a:endParaRPr kumimoji="1" lang="en-US" altLang="ja-JP" dirty="0"/>
          </a:p>
          <a:p>
            <a:r>
              <a:rPr lang="ja-JP" altLang="en-US" dirty="0"/>
              <a:t>・  自動草刈り機の開発</a:t>
            </a:r>
            <a:endParaRPr lang="en-US" altLang="ja-JP" dirty="0"/>
          </a:p>
          <a:p>
            <a:r>
              <a:rPr kumimoji="1" lang="ja-JP" altLang="en-US" dirty="0"/>
              <a:t>・  音響開発（無電気拡声器）</a:t>
            </a:r>
            <a:endParaRPr kumimoji="1" lang="en-US" altLang="ja-JP" dirty="0"/>
          </a:p>
          <a:p>
            <a:r>
              <a:rPr kumimoji="1" lang="ja-JP" altLang="en-US" dirty="0"/>
              <a:t>・ 音楽プレーヤー（フーリエ変換による</a:t>
            </a:r>
            <a:r>
              <a:rPr kumimoji="1" lang="en-US" altLang="ja-JP" dirty="0"/>
              <a:t>LED</a:t>
            </a:r>
            <a:r>
              <a:rPr kumimoji="1" lang="ja-JP" altLang="en-US" dirty="0"/>
              <a:t>点滅する）</a:t>
            </a:r>
            <a:endParaRPr kumimoji="1" lang="en-US" altLang="ja-JP" dirty="0"/>
          </a:p>
          <a:p>
            <a:r>
              <a:rPr lang="ja-JP" altLang="en-US" dirty="0"/>
              <a:t>・ その他（</a:t>
            </a:r>
            <a:r>
              <a:rPr lang="en-US" altLang="ja-JP" dirty="0"/>
              <a:t>RPG</a:t>
            </a:r>
            <a:r>
              <a:rPr lang="ja-JP" altLang="en-US" dirty="0"/>
              <a:t>ゲーム、フリップカードゲームの製作、</a:t>
            </a:r>
            <a:r>
              <a:rPr lang="en-US" altLang="ja-JP" dirty="0"/>
              <a:t>Web</a:t>
            </a:r>
            <a:r>
              <a:rPr lang="ja-JP" altLang="en-US" dirty="0"/>
              <a:t>開発）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3074" name="Picture 2" descr="SC0194(9) Raspberry Pi | 組み込みコンピュータ | DigiKey">
            <a:extLst>
              <a:ext uri="{FF2B5EF4-FFF2-40B4-BE49-F238E27FC236}">
                <a16:creationId xmlns:a16="http://schemas.microsoft.com/office/drawing/2014/main" id="{2E13150C-C06B-191C-2766-DF3199AE6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7056" y="2622532"/>
            <a:ext cx="1815026" cy="181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UP Plus2 UP Plus2 FDM 3Dプリンター 1個 Tiertime 【通販モノタロウ】">
            <a:extLst>
              <a:ext uri="{FF2B5EF4-FFF2-40B4-BE49-F238E27FC236}">
                <a16:creationId xmlns:a16="http://schemas.microsoft.com/office/drawing/2014/main" id="{41A1801F-74C0-62DC-62B9-1066F7EBC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8979" y="2622532"/>
            <a:ext cx="1815026" cy="1815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011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357" y="891251"/>
            <a:ext cx="9653286" cy="1158254"/>
          </a:xfrm>
          <a:noFill/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経験言語</a:t>
            </a:r>
            <a:r>
              <a:rPr lang="en-US" altLang="ja-JP" dirty="0"/>
              <a:t>/DB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019790" y="2257062"/>
            <a:ext cx="4062711" cy="3541853"/>
          </a:xfrm>
          <a:noFill/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dirty="0"/>
              <a:t>言語</a:t>
            </a:r>
            <a:endParaRPr lang="en-US" altLang="ja-JP" dirty="0"/>
          </a:p>
          <a:p>
            <a:pPr rtl="0"/>
            <a:r>
              <a:rPr lang="ja-JP" altLang="en-US" dirty="0"/>
              <a:t>・ </a:t>
            </a:r>
            <a:r>
              <a:rPr lang="en-US" altLang="ja-JP" dirty="0"/>
              <a:t>Python</a:t>
            </a:r>
          </a:p>
          <a:p>
            <a:pPr rtl="0"/>
            <a:r>
              <a:rPr lang="ja-JP" altLang="en-US" dirty="0"/>
              <a:t>・ </a:t>
            </a:r>
            <a:r>
              <a:rPr lang="en-US" altLang="ja-JP" dirty="0"/>
              <a:t>VBA</a:t>
            </a:r>
          </a:p>
          <a:p>
            <a:pPr rtl="0"/>
            <a:r>
              <a:rPr lang="ja-JP" altLang="en-US" dirty="0"/>
              <a:t>・ </a:t>
            </a:r>
            <a:r>
              <a:rPr lang="en-US" altLang="ja-JP" dirty="0"/>
              <a:t>C#</a:t>
            </a:r>
          </a:p>
          <a:p>
            <a:pPr rtl="0"/>
            <a:r>
              <a:rPr lang="ja-JP" altLang="en-US" dirty="0"/>
              <a:t>・ </a:t>
            </a:r>
            <a:r>
              <a:rPr lang="en-US" altLang="ja-JP" dirty="0"/>
              <a:t>Go</a:t>
            </a:r>
          </a:p>
          <a:p>
            <a:pPr rtl="0"/>
            <a:r>
              <a:rPr lang="ja-JP" altLang="en-US" dirty="0"/>
              <a:t>・ </a:t>
            </a:r>
            <a:r>
              <a:rPr lang="en-US" altLang="ja-JP" dirty="0"/>
              <a:t>Ruby</a:t>
            </a:r>
          </a:p>
          <a:p>
            <a:pPr rtl="0"/>
            <a:r>
              <a:rPr lang="ja-JP" altLang="en-US" dirty="0"/>
              <a:t>・ </a:t>
            </a:r>
            <a:r>
              <a:rPr lang="en-US" altLang="ja-JP" dirty="0"/>
              <a:t>JavaScript</a:t>
            </a:r>
          </a:p>
          <a:p>
            <a:pPr rtl="0"/>
            <a:r>
              <a:rPr lang="ja-JP" altLang="en-US" dirty="0"/>
              <a:t>・ </a:t>
            </a:r>
            <a:r>
              <a:rPr lang="en-US" altLang="ja-JP" dirty="0"/>
              <a:t>Node.js</a:t>
            </a:r>
          </a:p>
          <a:p>
            <a:pPr rtl="0"/>
            <a:endParaRPr lang="ja-JP" dirty="0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40D0D018-DCB6-6C8C-1ECC-71ED7EE39854}"/>
              </a:ext>
            </a:extLst>
          </p:cNvPr>
          <p:cNvSpPr txBox="1">
            <a:spLocks/>
          </p:cNvSpPr>
          <p:nvPr/>
        </p:nvSpPr>
        <p:spPr>
          <a:xfrm>
            <a:off x="6859932" y="2257062"/>
            <a:ext cx="4062711" cy="3541853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1" lang="ja-JP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ja-JP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ja-JP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3pPr>
            <a:lvl4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ja-JP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4pPr>
            <a:lvl5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kumimoji="1" lang="ja-JP" sz="18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ja-JP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ja-JP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ja-JP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ja-JP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9pPr>
          </a:lstStyle>
          <a:p>
            <a:r>
              <a:rPr lang="en-US" altLang="ja-JP" dirty="0"/>
              <a:t>DB</a:t>
            </a:r>
            <a:endParaRPr lang="ja-JP" altLang="en-US" dirty="0"/>
          </a:p>
          <a:p>
            <a:r>
              <a:rPr lang="ja-JP" altLang="en-US" dirty="0"/>
              <a:t>・ </a:t>
            </a:r>
            <a:r>
              <a:rPr lang="en-US" altLang="ja-JP" dirty="0"/>
              <a:t>PostgreSQL</a:t>
            </a:r>
          </a:p>
          <a:p>
            <a:r>
              <a:rPr lang="en-US" altLang="en-US" dirty="0"/>
              <a:t>・ </a:t>
            </a:r>
            <a:r>
              <a:rPr lang="en-US" altLang="ja-JP" dirty="0"/>
              <a:t>MySQL</a:t>
            </a:r>
          </a:p>
          <a:p>
            <a:r>
              <a:rPr lang="en-US" altLang="en-US" dirty="0"/>
              <a:t>・ </a:t>
            </a:r>
            <a:r>
              <a:rPr lang="en-US" altLang="ja-JP" dirty="0" err="1"/>
              <a:t>BigQuery</a:t>
            </a:r>
            <a:endParaRPr lang="en-US" altLang="ja-JP" dirty="0"/>
          </a:p>
          <a:p>
            <a:r>
              <a:rPr lang="en-US" altLang="en-US" dirty="0"/>
              <a:t>・ </a:t>
            </a:r>
            <a:r>
              <a:rPr lang="en-US" altLang="ja-JP" dirty="0"/>
              <a:t>Spanner</a:t>
            </a:r>
          </a:p>
          <a:p>
            <a:r>
              <a:rPr lang="en-US" altLang="en-US" dirty="0"/>
              <a:t>・ </a:t>
            </a:r>
            <a:r>
              <a:rPr lang="en-US" altLang="ja-JP" dirty="0"/>
              <a:t>SQLite</a:t>
            </a:r>
          </a:p>
          <a:p>
            <a:r>
              <a:rPr lang="en-US" altLang="en-US" dirty="0"/>
              <a:t>・ oracle</a:t>
            </a:r>
            <a:endParaRPr lang="en-US" altLang="ja-JP" dirty="0"/>
          </a:p>
          <a:p>
            <a:r>
              <a:rPr lang="en-US" altLang="en-US" dirty="0"/>
              <a:t>・ access</a:t>
            </a:r>
            <a:endParaRPr lang="en-US" altLang="ja-JP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0595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69988C-68EC-DD91-16CA-7F8A06A24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ハードウェア開発スキル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0B193D-15D1-9928-3C38-EBDE33D0705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1400540" y="2257062"/>
            <a:ext cx="5409835" cy="3541853"/>
          </a:xfrm>
        </p:spPr>
        <p:txBody>
          <a:bodyPr/>
          <a:lstStyle/>
          <a:p>
            <a:r>
              <a:rPr kumimoji="1" lang="ja-JP" altLang="en-US" dirty="0"/>
              <a:t>・ </a:t>
            </a:r>
            <a:r>
              <a:rPr lang="en-US" altLang="ja-JP" dirty="0"/>
              <a:t>3D</a:t>
            </a:r>
            <a:r>
              <a:rPr lang="ja-JP" altLang="en-US" dirty="0"/>
              <a:t> </a:t>
            </a:r>
            <a:r>
              <a:rPr lang="en-US" altLang="ja-JP"/>
              <a:t>CAD</a:t>
            </a:r>
            <a:r>
              <a:rPr kumimoji="1" lang="ja-JP" altLang="en-US"/>
              <a:t> </a:t>
            </a:r>
            <a:endParaRPr kumimoji="1" lang="en-US" altLang="ja-JP" dirty="0"/>
          </a:p>
          <a:p>
            <a:r>
              <a:rPr kumimoji="1" lang="ja-JP" altLang="en-US" dirty="0"/>
              <a:t>・ 電子回路（プルアップ、プルダウン）</a:t>
            </a:r>
            <a:endParaRPr kumimoji="1" lang="en-US" altLang="ja-JP" dirty="0"/>
          </a:p>
          <a:p>
            <a:r>
              <a:rPr lang="ja-JP" altLang="en-US" dirty="0"/>
              <a:t>・ </a:t>
            </a:r>
            <a:r>
              <a:rPr lang="en-US" altLang="ja-JP" dirty="0"/>
              <a:t>I2C</a:t>
            </a:r>
            <a:r>
              <a:rPr lang="ja-JP" altLang="en-US" dirty="0"/>
              <a:t>制御</a:t>
            </a:r>
            <a:endParaRPr lang="en-US" altLang="ja-JP" dirty="0"/>
          </a:p>
          <a:p>
            <a:r>
              <a:rPr kumimoji="1" lang="ja-JP" altLang="en-US" dirty="0"/>
              <a:t>・ </a:t>
            </a:r>
            <a:r>
              <a:rPr lang="en-US" altLang="ja-JP" dirty="0"/>
              <a:t>PWM</a:t>
            </a:r>
            <a:r>
              <a:rPr lang="ja-JP" altLang="en-US" dirty="0"/>
              <a:t>制御</a:t>
            </a:r>
            <a:endParaRPr lang="en-US" altLang="ja-JP" dirty="0"/>
          </a:p>
          <a:p>
            <a:r>
              <a:rPr kumimoji="1" lang="ja-JP" altLang="en-US" dirty="0"/>
              <a:t>・ リレー制御</a:t>
            </a:r>
            <a:endParaRPr kumimoji="1" lang="en-US" altLang="ja-JP" dirty="0"/>
          </a:p>
          <a:p>
            <a:r>
              <a:rPr lang="ja-JP" altLang="en-US" dirty="0"/>
              <a:t>・ ゲームパット連携（</a:t>
            </a:r>
            <a:r>
              <a:rPr lang="en-US" altLang="ja-JP" dirty="0"/>
              <a:t>PS4</a:t>
            </a:r>
            <a:r>
              <a:rPr lang="ja-JP" altLang="en-US" dirty="0"/>
              <a:t>コントローラ）</a:t>
            </a:r>
            <a:endParaRPr lang="en-US" altLang="ja-JP" dirty="0"/>
          </a:p>
          <a:p>
            <a:r>
              <a:rPr kumimoji="1" lang="ja-JP" altLang="en-US" dirty="0"/>
              <a:t>・ 各種センサー制御（温度センサー、光センサーなど）</a:t>
            </a:r>
          </a:p>
        </p:txBody>
      </p:sp>
    </p:spTree>
    <p:extLst>
      <p:ext uri="{BB962C8B-B14F-4D97-AF65-F5344CB8AC3E}">
        <p14:creationId xmlns:p14="http://schemas.microsoft.com/office/powerpoint/2010/main" val="2248467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E2D33B-B952-BD5E-07B7-B6D54111E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357" y="891251"/>
            <a:ext cx="4475661" cy="1158254"/>
          </a:xfrm>
        </p:spPr>
        <p:txBody>
          <a:bodyPr/>
          <a:lstStyle/>
          <a:p>
            <a:r>
              <a:rPr kumimoji="1" lang="ja-JP" altLang="en-US" dirty="0"/>
              <a:t>趣味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919027-B8EE-B529-E22D-ECB7D95427B9}"/>
              </a:ext>
            </a:extLst>
          </p:cNvPr>
          <p:cNvSpPr txBox="1"/>
          <p:nvPr/>
        </p:nvSpPr>
        <p:spPr>
          <a:xfrm>
            <a:off x="2737022" y="2409568"/>
            <a:ext cx="188545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・ 車を使った旅行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・ ハイキング、温泉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・ 技術記事を書く</a:t>
            </a:r>
            <a:endParaRPr kumimoji="1" lang="en-US" altLang="ja-JP" dirty="0"/>
          </a:p>
        </p:txBody>
      </p:sp>
      <p:pic>
        <p:nvPicPr>
          <p:cNvPr id="4098" name="Picture 2" descr="QiitaがRubyKaigiに持っていくノベルティが完成しました🎉 - Qiita Blog">
            <a:extLst>
              <a:ext uri="{FF2B5EF4-FFF2-40B4-BE49-F238E27FC236}">
                <a16:creationId xmlns:a16="http://schemas.microsoft.com/office/drawing/2014/main" id="{725CC7C8-BBDF-1A58-DA10-3585FCE09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923" y="3965727"/>
            <a:ext cx="1191011" cy="1191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 descr="山の前に立っている男性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521ACDF-B65B-CEF6-7540-888FB33AA9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270" y="1534913"/>
            <a:ext cx="2542979" cy="1749310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2CAE88-4B1A-3D28-937D-E1F0558CB122}"/>
              </a:ext>
            </a:extLst>
          </p:cNvPr>
          <p:cNvSpPr txBox="1"/>
          <p:nvPr/>
        </p:nvSpPr>
        <p:spPr>
          <a:xfrm>
            <a:off x="5905439" y="3429000"/>
            <a:ext cx="22204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 　山本　明久</a:t>
            </a:r>
          </a:p>
        </p:txBody>
      </p:sp>
    </p:spTree>
    <p:extLst>
      <p:ext uri="{BB962C8B-B14F-4D97-AF65-F5344CB8AC3E}">
        <p14:creationId xmlns:p14="http://schemas.microsoft.com/office/powerpoint/2010/main" val="341622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4172E6-4B4B-423E-2B95-0D4F992DE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8958805" cy="456386"/>
          </a:xfrm>
        </p:spPr>
        <p:txBody>
          <a:bodyPr/>
          <a:lstStyle/>
          <a:p>
            <a:r>
              <a:rPr kumimoji="1" lang="ja-JP" altLang="en-US" dirty="0"/>
              <a:t>日産経歴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ACDA43-D2F9-3989-2DE3-92BB71F2F78B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616598" y="1451811"/>
            <a:ext cx="8958804" cy="4323347"/>
          </a:xfrm>
        </p:spPr>
        <p:txBody>
          <a:bodyPr>
            <a:normAutofit fontScale="70000" lnSpcReduction="20000"/>
          </a:bodyPr>
          <a:lstStyle/>
          <a:p>
            <a:r>
              <a:rPr kumimoji="1" lang="ja-JP" altLang="en-US" dirty="0"/>
              <a:t>・</a:t>
            </a:r>
            <a:r>
              <a:rPr kumimoji="1" lang="en-US" altLang="ja-JP" dirty="0"/>
              <a:t>I1Gr</a:t>
            </a:r>
            <a:r>
              <a:rPr kumimoji="1" lang="ja-JP" altLang="en-US" dirty="0"/>
              <a:t>　（</a:t>
            </a:r>
            <a:r>
              <a:rPr kumimoji="1" lang="en-US" altLang="ja-JP" dirty="0"/>
              <a:t>2024.07</a:t>
            </a:r>
            <a:r>
              <a:rPr kumimoji="1" lang="ja-JP" altLang="en-US" dirty="0"/>
              <a:t>～</a:t>
            </a:r>
            <a:r>
              <a:rPr kumimoji="1" lang="en-US" altLang="ja-JP" dirty="0"/>
              <a:t>2025.03</a:t>
            </a:r>
            <a:r>
              <a:rPr kumimoji="1" lang="ja-JP" altLang="en-US" dirty="0"/>
              <a:t>）</a:t>
            </a:r>
            <a:endParaRPr kumimoji="1" lang="en-US" altLang="ja-JP" dirty="0"/>
          </a:p>
          <a:p>
            <a:r>
              <a:rPr lang="ja-JP" altLang="en-US" dirty="0"/>
              <a:t>⇒ </a:t>
            </a:r>
            <a:r>
              <a:rPr lang="en-US" altLang="ja-JP" dirty="0"/>
              <a:t>J32V</a:t>
            </a:r>
            <a:r>
              <a:rPr lang="ja-JP" altLang="en-US" dirty="0"/>
              <a:t>デモ車開発（主に即停車</a:t>
            </a:r>
            <a:r>
              <a:rPr lang="en-US" altLang="ja-JP" dirty="0"/>
              <a:t>SW</a:t>
            </a:r>
            <a:r>
              <a:rPr lang="ja-JP" altLang="en-US" dirty="0"/>
              <a:t>周り）</a:t>
            </a:r>
            <a:endParaRPr lang="en-US" altLang="ja-JP" dirty="0"/>
          </a:p>
          <a:p>
            <a:r>
              <a:rPr lang="ja-JP" altLang="en-US" dirty="0"/>
              <a:t>⇒ </a:t>
            </a:r>
            <a:r>
              <a:rPr lang="en-US" altLang="ja-JP" dirty="0"/>
              <a:t>CAN</a:t>
            </a:r>
            <a:r>
              <a:rPr lang="ja-JP" altLang="en-US" dirty="0"/>
              <a:t>ブリッジ内製ソフト開発（</a:t>
            </a:r>
            <a:r>
              <a:rPr lang="en-US" altLang="ja-JP" dirty="0"/>
              <a:t>Lua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⇒ システムズエンジニアリングモデル構築（</a:t>
            </a:r>
            <a:r>
              <a:rPr lang="en-US" altLang="ja-JP" dirty="0"/>
              <a:t>Cameo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ja-JP" altLang="en-US" dirty="0"/>
              <a:t>・</a:t>
            </a:r>
            <a:r>
              <a:rPr lang="en-US" altLang="ja-JP" dirty="0"/>
              <a:t>S2Gr</a:t>
            </a:r>
            <a:r>
              <a:rPr lang="ja-JP" altLang="en-US" dirty="0"/>
              <a:t> （</a:t>
            </a:r>
            <a:r>
              <a:rPr lang="en-US" altLang="ja-JP" dirty="0"/>
              <a:t>2025.04</a:t>
            </a:r>
            <a:r>
              <a:rPr lang="ja-JP" altLang="en-US" dirty="0"/>
              <a:t>～）</a:t>
            </a:r>
            <a:endParaRPr lang="en-US" altLang="ja-JP" dirty="0"/>
          </a:p>
          <a:p>
            <a:r>
              <a:rPr lang="ja-JP" altLang="en-US" dirty="0"/>
              <a:t>⇒ 風ベクション開発</a:t>
            </a:r>
            <a:endParaRPr lang="en-US" altLang="ja-JP" dirty="0"/>
          </a:p>
          <a:p>
            <a:r>
              <a:rPr lang="ja-JP" altLang="en-US" dirty="0"/>
              <a:t>⇒ 酔い軽減</a:t>
            </a:r>
            <a:r>
              <a:rPr lang="en-US" altLang="ja-JP" dirty="0"/>
              <a:t>App</a:t>
            </a:r>
            <a:r>
              <a:rPr lang="ja-JP" altLang="en-US" dirty="0"/>
              <a:t>開発（ドット表示映像作成）</a:t>
            </a:r>
            <a:endParaRPr lang="en-US" altLang="ja-JP" dirty="0"/>
          </a:p>
          <a:p>
            <a:r>
              <a:rPr lang="ja-JP" altLang="en-US" dirty="0"/>
              <a:t>⇒ </a:t>
            </a:r>
            <a:r>
              <a:rPr lang="en-US" altLang="ja-JP" dirty="0"/>
              <a:t>AO-SORLAY</a:t>
            </a:r>
            <a:r>
              <a:rPr lang="ja-JP" altLang="en-US" dirty="0"/>
              <a:t> </a:t>
            </a:r>
            <a:r>
              <a:rPr lang="en-US" altLang="ja-JP" dirty="0"/>
              <a:t>Extender</a:t>
            </a:r>
            <a:r>
              <a:rPr lang="ja-JP" altLang="en-US" dirty="0"/>
              <a:t>パネル開閉スライド機構の制御ソフトウェア開発</a:t>
            </a:r>
            <a:endParaRPr lang="en-US" altLang="ja-JP" dirty="0"/>
          </a:p>
          <a:p>
            <a:r>
              <a:rPr lang="ja-JP" altLang="en-US" dirty="0"/>
              <a:t>⇒ 不思議な石ころ車載開発</a:t>
            </a:r>
            <a:endParaRPr lang="en-US" altLang="ja-JP" dirty="0"/>
          </a:p>
          <a:p>
            <a:r>
              <a:rPr lang="ja-JP" altLang="en-US" dirty="0"/>
              <a:t>⇒ 疑似的シンコキュウデバイス（</a:t>
            </a:r>
            <a:r>
              <a:rPr lang="en-US" altLang="ja-JP" dirty="0"/>
              <a:t>RaspberryPi</a:t>
            </a:r>
            <a:r>
              <a:rPr lang="ja-JP" altLang="en-US" dirty="0"/>
              <a:t>）開発</a:t>
            </a:r>
            <a:endParaRPr lang="en-US" altLang="ja-JP" dirty="0"/>
          </a:p>
          <a:p>
            <a:r>
              <a:rPr lang="ja-JP" altLang="en-US" dirty="0"/>
              <a:t>⇒ 酔い軽減 </a:t>
            </a:r>
            <a:r>
              <a:rPr lang="en-US" altLang="ja-JP" dirty="0"/>
              <a:t>VR</a:t>
            </a:r>
            <a:r>
              <a:rPr lang="ja-JP" altLang="en-US" dirty="0"/>
              <a:t>開発</a:t>
            </a:r>
            <a:endParaRPr lang="en-US" altLang="ja-JP" dirty="0"/>
          </a:p>
          <a:p>
            <a:endParaRPr kumimoji="1" lang="ja-JP" altLang="en-US" dirty="0"/>
          </a:p>
        </p:txBody>
      </p:sp>
      <p:pic>
        <p:nvPicPr>
          <p:cNvPr id="1026" name="Picture 2" descr="Amazon.ca: Metaquest">
            <a:extLst>
              <a:ext uri="{FF2B5EF4-FFF2-40B4-BE49-F238E27FC236}">
                <a16:creationId xmlns:a16="http://schemas.microsoft.com/office/drawing/2014/main" id="{B31FF303-12E1-B0B4-0BA5-6F3934473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9641" y="4600583"/>
            <a:ext cx="1233655" cy="1261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93D2E0A3-7F92-2031-204B-DA3AF6C637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695" y="2694198"/>
            <a:ext cx="2713891" cy="1733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98059"/>
      </p:ext>
    </p:extLst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2555_TF10081922_Win32" id="{1AE2F721-D081-4A3B-871B-6C85E245238B}" vid="{144D0329-3606-4FB1-89D3-BD9B9121DDB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eiryo UI" panose="0211000402020202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11000402020202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{6381AACB-A81C-473F-9804-7F3976FF2472}tf10081922_win32</Template>
  <TotalTime>165</TotalTime>
  <Words>446</Words>
  <Application>Microsoft Office PowerPoint</Application>
  <PresentationFormat>ワイド画面</PresentationFormat>
  <Paragraphs>82</Paragraphs>
  <Slides>9</Slides>
  <Notes>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Meiryo UI</vt:lpstr>
      <vt:lpstr>Arial</vt:lpstr>
      <vt:lpstr>Verdana</vt:lpstr>
      <vt:lpstr>ユーザー設定</vt:lpstr>
      <vt:lpstr>自己紹介  山本　明久</vt:lpstr>
      <vt:lpstr>経歴１</vt:lpstr>
      <vt:lpstr>経歴２</vt:lpstr>
      <vt:lpstr>経歴3</vt:lpstr>
      <vt:lpstr>個人開発</vt:lpstr>
      <vt:lpstr>経験言語/DB</vt:lpstr>
      <vt:lpstr>ハードウェア開発スキル</vt:lpstr>
      <vt:lpstr>趣味</vt:lpstr>
      <vt:lpstr>日産経歴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自己紹介  山本　明久</dc:title>
  <dc:creator>YAMAMOTO, AKIHISA</dc:creator>
  <cp:keywords>Alliance;A-I;Alliance Internal</cp:keywords>
  <cp:lastModifiedBy>YAMAMOTO, AKIHISA</cp:lastModifiedBy>
  <cp:revision>1</cp:revision>
  <dcterms:created xsi:type="dcterms:W3CDTF">2024-07-08T00:09:09Z</dcterms:created>
  <dcterms:modified xsi:type="dcterms:W3CDTF">2026-06-03T01:37:11Z</dcterms:modified>
  <cp:category>A-I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